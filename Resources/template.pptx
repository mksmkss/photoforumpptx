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  <p:sldMasterId id="2147483879" r:id="rId2"/>
    <p:sldMasterId id="2147483888" r:id="rId3"/>
    <p:sldMasterId id="2147483938" r:id="rId4"/>
  </p:sldMasterIdLst>
  <p:notesMasterIdLst>
    <p:notesMasterId r:id="rId7"/>
  </p:notesMasterIdLst>
  <p:sldIdLst/>
  <p:sldSz cx="9144000" cy="5143500" type="screen16x9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A21"/>
    <a:srgbClr val="82C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 autoAdjust="0"/>
    <p:restoredTop sz="86785" autoAdjust="0"/>
  </p:normalViewPr>
  <p:slideViewPr>
    <p:cSldViewPr>
      <p:cViewPr varScale="1">
        <p:scale>
          <a:sx n="141" d="100"/>
          <a:sy n="141" d="100"/>
        </p:scale>
        <p:origin x="129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3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CE2F6-4E9D-4615-A560-569B7DE27E8B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175D4-8A4C-405F-AE4D-63EE8E642D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91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FA8C1-7D18-D930-C726-425A37CD2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9AB3BF-7482-F34E-3923-0180A0FC1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B3F7F1-62E4-D3FA-FA52-9452511C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3961D4-A52D-6836-3B94-A4042DBA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F9F82D-6DC4-3C72-5FB9-FEEE94D6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59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606CE-B4F4-9B07-23F4-0AFB40FF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B1FAF0-D271-329C-3104-0D0E55CBC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B0714A-5C62-5263-0EAA-9AE726E3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AB7255-9CF9-5CD9-6588-F77A9BEB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8505C-3B4A-1A7F-028C-2F432532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161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85A19C-216B-2475-322D-4A9F6E0C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290AEF-10B9-99B6-1896-E18036A95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F22901-826F-2EF0-160B-C31E1F1F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7D5DC7-4E4A-E21A-17DC-F3198A3B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26BF74-2F1D-0986-65CA-EA6A72C9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47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65DD9-E0D3-6731-5E5E-73C7DF48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E01750-77E8-B22B-4C7D-166275A84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85969A-F9DB-2F58-057E-03413D1DE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EAE188-8DAD-841B-678F-90EFADB9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80BFBE-19CE-5721-03F8-8292A79D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A119BB-C7E1-F747-F6C6-D2E108C7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990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837E1-25E6-9B5B-6FB8-A0A9C42D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1655B2-BC8A-2872-7F73-9769F262B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BB9AA4-9A73-C089-AA40-4A5DB9861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30A4A39-A3F2-6261-504E-DE1AC60FC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A73DD4-1AC4-013E-0260-6673290FB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07E1ED-A720-8FB6-EEBF-4E134F01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3DB6F2D-19E2-9B29-12CF-216560A7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8A82A4-AF8B-4775-0B74-DF0F302D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28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BC4D1-2B54-9B67-68EE-FCB8F131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A5B3B3-929E-7803-0E53-B6EEEEE8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65952A-4ABE-ACBD-6603-A64C24974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3C5C5F-DEC4-D922-5EC6-16916564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837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1F9639-69E7-314F-EE48-3EE55879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7AB6BC-63F6-8AE3-CFE9-FBA11048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76F649-6B18-0F43-2069-5EF2EE89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7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7B7FF-593C-01A9-1AC8-234319E3F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69BFCD-CFA6-03F0-CCBD-AC480583C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2FD6F9-4A0C-8033-E8B7-19925079A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E88F96-B95D-3FD4-CF5B-235AFE99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6BA272-0928-B696-6A25-B04C2EBE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A2CB6B-CB91-1FF2-60E3-AA202EB2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24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EE908-4C88-3B69-0EB6-CE75B31E2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88BB1D-AFC4-B065-5AE3-8073994DC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1B39EC-7E39-A080-2301-FBEE7FB36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359462-5F3D-4F22-5486-B5A17B80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C32CF9-F0CD-6713-734E-FCBDB29B2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E554DB-E13E-A770-EC82-67A42E1A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02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CEFB9-61E1-06A6-3674-E809F37E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135DC2-EAF2-71E8-DC0B-A3AEE97CB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AF00AD-4CB6-E382-7D3F-B102AFF4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BC38E-B570-99DA-F780-4A652258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4865BE-CBF1-303A-1930-62846656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59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7ADE57-C02D-9DB6-31B0-22A1D4894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E0C872-2C96-AC0B-757F-231B43439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A198F5-5A98-6F60-6818-F86C2721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7EB716-4BB5-0DFC-1910-82D72DEC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801D72-152D-33E7-FAF3-FF3DCF26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604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ctrTitle"/>
          </p:nvPr>
        </p:nvSpPr>
        <p:spPr>
          <a:xfrm>
            <a:off x="0" y="2355726"/>
            <a:ext cx="9144000" cy="11025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endParaRPr lang="ja-JP" altLang="en-US" sz="2800" u="sng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251520" y="195486"/>
            <a:ext cx="8712968" cy="4752528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タイトル 1"/>
          <p:cNvSpPr txBox="1">
            <a:spLocks/>
          </p:cNvSpPr>
          <p:nvPr userDrawn="1"/>
        </p:nvSpPr>
        <p:spPr>
          <a:xfrm>
            <a:off x="2890161" y="2953856"/>
            <a:ext cx="3363679" cy="110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b="1" dirty="0">
              <a:solidFill>
                <a:srgbClr val="FF66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テキスト ボックス 11"/>
          <p:cNvSpPr txBox="1"/>
          <p:nvPr userDrawn="1"/>
        </p:nvSpPr>
        <p:spPr>
          <a:xfrm>
            <a:off x="0" y="3889960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1211" r="2349" b="1521"/>
          <a:stretch/>
        </p:blipFill>
        <p:spPr bwMode="auto">
          <a:xfrm>
            <a:off x="3496308" y="543760"/>
            <a:ext cx="2151384" cy="2027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6869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 bwMode="gray">
          <a:xfrm>
            <a:off x="107504" y="123478"/>
            <a:ext cx="8423400" cy="40471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500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5" name="コンテンツ プレースホルダ 6"/>
          <p:cNvSpPr>
            <a:spLocks noGrp="1"/>
          </p:cNvSpPr>
          <p:nvPr>
            <p:ph sz="quarter" idx="13" hasCustomPrompt="1"/>
          </p:nvPr>
        </p:nvSpPr>
        <p:spPr bwMode="gray">
          <a:xfrm>
            <a:off x="574576" y="810628"/>
            <a:ext cx="7991675" cy="387360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035"/>
              </a:lnSpc>
              <a:spcBef>
                <a:spcPts val="0"/>
              </a:spcBef>
              <a:buFontTx/>
              <a:buNone/>
              <a:defRPr sz="20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035"/>
              </a:lnSpc>
              <a:spcBef>
                <a:spcPts val="0"/>
              </a:spcBef>
              <a:buFontTx/>
              <a:buNone/>
              <a:defRPr sz="16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035"/>
              </a:lnSpc>
              <a:spcBef>
                <a:spcPts val="0"/>
              </a:spcBef>
              <a:buFontTx/>
              <a:buNone/>
              <a:defRPr sz="105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035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9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31"/>
          <p:cNvSpPr>
            <a:spLocks noChangeArrowheads="1"/>
          </p:cNvSpPr>
          <p:nvPr userDrawn="1"/>
        </p:nvSpPr>
        <p:spPr bwMode="auto">
          <a:xfrm>
            <a:off x="-1" y="528196"/>
            <a:ext cx="9144001" cy="4571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460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txBody>
          <a:bodyPr wrap="none" anchor="ctr"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64693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Gray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398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8912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 bwMode="gray">
          <a:xfrm>
            <a:off x="323602" y="4587974"/>
            <a:ext cx="8424862" cy="297517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kumimoji="1" lang="en-US" altLang="ja-JP" sz="800" dirty="0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00" dirty="0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kumimoji="1" lang="ja-JP" altLang="en-US" sz="800" dirty="0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192" y="2139702"/>
            <a:ext cx="36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1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D740-2EC5-4AFD-9A78-800C8CA4E572}" type="datetimeFigureOut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C185C-D066-44D6-8493-BF4BD02CAF4F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749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とコンテンツ 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3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B8A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06751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ctrTitle"/>
          </p:nvPr>
        </p:nvSpPr>
        <p:spPr>
          <a:xfrm>
            <a:off x="0" y="2355726"/>
            <a:ext cx="9144000" cy="11025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endParaRPr lang="ja-JP" altLang="en-US" sz="2800" u="sng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251520" y="195486"/>
            <a:ext cx="8712968" cy="4752528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タイトル 1"/>
          <p:cNvSpPr txBox="1">
            <a:spLocks/>
          </p:cNvSpPr>
          <p:nvPr userDrawn="1"/>
        </p:nvSpPr>
        <p:spPr>
          <a:xfrm>
            <a:off x="2890161" y="2953856"/>
            <a:ext cx="3363679" cy="110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b="1" dirty="0">
              <a:solidFill>
                <a:srgbClr val="FF66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テキスト ボックス 11"/>
          <p:cNvSpPr txBox="1"/>
          <p:nvPr userDrawn="1"/>
        </p:nvSpPr>
        <p:spPr>
          <a:xfrm>
            <a:off x="0" y="3889960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7" t="1211" r="2349" b="1521"/>
          <a:stretch/>
        </p:blipFill>
        <p:spPr bwMode="auto">
          <a:xfrm>
            <a:off x="3496308" y="543760"/>
            <a:ext cx="2151384" cy="2027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9536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 bwMode="gray">
          <a:xfrm>
            <a:off x="107504" y="123478"/>
            <a:ext cx="8423400" cy="40471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500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5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574576" y="810628"/>
            <a:ext cx="7991675" cy="387360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035"/>
              </a:lnSpc>
              <a:spcBef>
                <a:spcPts val="0"/>
              </a:spcBef>
              <a:buFontTx/>
              <a:buNone/>
              <a:defRPr sz="21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035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035"/>
              </a:lnSpc>
              <a:spcBef>
                <a:spcPts val="0"/>
              </a:spcBef>
              <a:buFontTx/>
              <a:buNone/>
              <a:defRPr sz="12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035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9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31"/>
          <p:cNvSpPr>
            <a:spLocks noChangeArrowheads="1"/>
          </p:cNvSpPr>
          <p:nvPr userDrawn="1"/>
        </p:nvSpPr>
        <p:spPr bwMode="auto">
          <a:xfrm>
            <a:off x="-1" y="528196"/>
            <a:ext cx="9144001" cy="4571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460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txBody>
          <a:bodyPr wrap="none" anchor="ctr"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584455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Gray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280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88781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 bwMode="gray">
          <a:xfrm>
            <a:off x="323602" y="4587974"/>
            <a:ext cx="8424862" cy="297517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kumimoji="1" lang="en-US" altLang="ja-JP" sz="800" dirty="0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00" dirty="0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kumimoji="1" lang="ja-JP" altLang="en-US" sz="800" dirty="0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0192" y="2139702"/>
            <a:ext cx="36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45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1A7D-F610-4192-97F4-D4EE8DC46EF6}" type="datetimeFigureOut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30441-058C-4648-B022-3603A01F074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4507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A73D-56AF-4166-B6DB-59770DB4F5E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54BF6-1E5F-4078-B628-CE20D812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2122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2969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29942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6338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1657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3838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1023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768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5819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509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9090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2824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3B07C-BC4F-4F50-BD93-0A78B2015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2025/10/1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52D76-58B5-4DA7-B32B-7CDFD5F1D6D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95128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とコンテンツ 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4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B8A"/>
                </a:solidFill>
              </a:defRPr>
            </a:lvl1pPr>
          </a:lstStyle>
          <a:p>
            <a:pPr defTabSz="914263"/>
            <a:fld id="{86CB4B4D-7CA3-9044-876B-883B54F8677D}" type="slidenum">
              <a:rPr lang="en-US" altLang="ja-JP" smtClean="0"/>
              <a:pPr defTabSz="914263"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5372973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C30286-AFCE-FC67-BC2A-56A74A5B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A04DEE-AB92-8174-8CF3-FAB5E0FFC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BD847C-7A54-E057-9578-D386DF6C8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53481-04C0-7943-848F-0F502D756045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B5DF01-F75A-10CB-8C24-6974D960B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33A586-3991-F978-4E11-0F686D231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463C3-BAB4-5F49-B262-2551F1B555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78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タイトル プレースホルダー 1">
            <a:extLst>
              <a:ext uri="{FF2B5EF4-FFF2-40B4-BE49-F238E27FC236}">
                <a16:creationId xmlns:a16="http://schemas.microsoft.com/office/drawing/2014/main" id="{B8416A11-292A-4A8D-84C9-1E7BA11F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67494"/>
            <a:ext cx="8424936" cy="72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9" name="テキスト プレースホルダー 2">
            <a:extLst>
              <a:ext uri="{FF2B5EF4-FFF2-40B4-BE49-F238E27FC236}">
                <a16:creationId xmlns:a16="http://schemas.microsoft.com/office/drawing/2014/main" id="{2B7D3B4E-2FAE-4C4F-A6A6-FE2A5436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568" y="1419622"/>
            <a:ext cx="8004788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20" name="日付プレースホルダー 3">
            <a:extLst>
              <a:ext uri="{FF2B5EF4-FFF2-40B4-BE49-F238E27FC236}">
                <a16:creationId xmlns:a16="http://schemas.microsoft.com/office/drawing/2014/main" id="{5321189D-DF51-4FF3-8556-5DDFD431D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ADEA3-88A6-4EE7-B0E5-E7701AE6F70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21" name="フッター プレースホルダー 4">
            <a:extLst>
              <a:ext uri="{FF2B5EF4-FFF2-40B4-BE49-F238E27FC236}">
                <a16:creationId xmlns:a16="http://schemas.microsoft.com/office/drawing/2014/main" id="{BE908890-D70D-4F62-95DB-42BCEEA54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2" name="スライド番号プレースホルダー 5">
            <a:extLst>
              <a:ext uri="{FF2B5EF4-FFF2-40B4-BE49-F238E27FC236}">
                <a16:creationId xmlns:a16="http://schemas.microsoft.com/office/drawing/2014/main" id="{D9E6410F-6C07-4D10-9DC0-74FE96341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6EE1D-FE97-4E93-A32E-049B1FEB8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19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6" r:id="rId6"/>
    <p:sldLayoutId id="2147483887" r:id="rId7"/>
  </p:sldLayoutIdLst>
  <p:hf hdr="0"/>
  <p:txStyles>
    <p:titleStyle>
      <a:lvl1pPr algn="l" defTabSz="972331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64624" indent="-364624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j-ea"/>
          <a:ea typeface="+mj-ea"/>
          <a:cs typeface="+mn-cs"/>
        </a:defRPr>
      </a:lvl1pPr>
      <a:lvl2pPr marL="790019" indent="-303854" algn="l" defTabSz="972331" rtl="0" eaLnBrk="1" latinLnBrk="0" hangingPunct="1">
        <a:spcBef>
          <a:spcPct val="20000"/>
        </a:spcBef>
        <a:buFont typeface="Arial" pitchFamily="34" charset="0"/>
        <a:buChar char="–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2pPr>
      <a:lvl3pPr marL="1215414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3pPr>
      <a:lvl4pPr marL="1701579" indent="-243083" algn="l" defTabSz="972331" rtl="0" eaLnBrk="1" latinLnBrk="0" hangingPunct="1">
        <a:spcBef>
          <a:spcPct val="20000"/>
        </a:spcBef>
        <a:buFont typeface="Arial" pitchFamily="34" charset="0"/>
        <a:buChar char="–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4pPr>
      <a:lvl5pPr marL="2187746" indent="-243083" algn="l" defTabSz="972331" rtl="0" eaLnBrk="1" latinLnBrk="0" hangingPunct="1">
        <a:spcBef>
          <a:spcPct val="20000"/>
        </a:spcBef>
        <a:buFont typeface="Arial" pitchFamily="34" charset="0"/>
        <a:buChar char="»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5pPr>
      <a:lvl6pPr marL="2673911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0076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6242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32408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6165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72331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58497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44662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0828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16994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03160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9325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タイトル プレースホルダー 1">
            <a:extLst>
              <a:ext uri="{FF2B5EF4-FFF2-40B4-BE49-F238E27FC236}">
                <a16:creationId xmlns:a16="http://schemas.microsoft.com/office/drawing/2014/main" id="{B8416A11-292A-4A8D-84C9-1E7BA11F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67494"/>
            <a:ext cx="8424936" cy="72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9" name="テキスト プレースホルダー 2">
            <a:extLst>
              <a:ext uri="{FF2B5EF4-FFF2-40B4-BE49-F238E27FC236}">
                <a16:creationId xmlns:a16="http://schemas.microsoft.com/office/drawing/2014/main" id="{2B7D3B4E-2FAE-4C4F-A6A6-FE2A5436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568" y="1419622"/>
            <a:ext cx="8004788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20" name="日付プレースホルダー 3">
            <a:extLst>
              <a:ext uri="{FF2B5EF4-FFF2-40B4-BE49-F238E27FC236}">
                <a16:creationId xmlns:a16="http://schemas.microsoft.com/office/drawing/2014/main" id="{5321189D-DF51-4FF3-8556-5DDFD431D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ADEA3-88A6-4EE7-B0E5-E7701AE6F70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21" name="フッター プレースホルダー 4">
            <a:extLst>
              <a:ext uri="{FF2B5EF4-FFF2-40B4-BE49-F238E27FC236}">
                <a16:creationId xmlns:a16="http://schemas.microsoft.com/office/drawing/2014/main" id="{BE908890-D70D-4F62-95DB-42BCEEA54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2" name="スライド番号プレースホルダー 5">
            <a:extLst>
              <a:ext uri="{FF2B5EF4-FFF2-40B4-BE49-F238E27FC236}">
                <a16:creationId xmlns:a16="http://schemas.microsoft.com/office/drawing/2014/main" id="{D9E6410F-6C07-4D10-9DC0-74FE96341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6EE1D-FE97-4E93-A32E-049B1FEB8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61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</p:sldLayoutIdLst>
  <p:hf hdr="0"/>
  <p:txStyles>
    <p:titleStyle>
      <a:lvl1pPr algn="l" defTabSz="972331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64624" indent="-364624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j-ea"/>
          <a:ea typeface="+mj-ea"/>
          <a:cs typeface="+mn-cs"/>
        </a:defRPr>
      </a:lvl1pPr>
      <a:lvl2pPr marL="790019" indent="-303854" algn="l" defTabSz="972331" rtl="0" eaLnBrk="1" latinLnBrk="0" hangingPunct="1">
        <a:spcBef>
          <a:spcPct val="20000"/>
        </a:spcBef>
        <a:buFont typeface="Arial" pitchFamily="34" charset="0"/>
        <a:buChar char="–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2pPr>
      <a:lvl3pPr marL="1215414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3pPr>
      <a:lvl4pPr marL="1701579" indent="-243083" algn="l" defTabSz="972331" rtl="0" eaLnBrk="1" latinLnBrk="0" hangingPunct="1">
        <a:spcBef>
          <a:spcPct val="20000"/>
        </a:spcBef>
        <a:buFont typeface="Arial" pitchFamily="34" charset="0"/>
        <a:buChar char="–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4pPr>
      <a:lvl5pPr marL="2187746" indent="-243083" algn="l" defTabSz="972331" rtl="0" eaLnBrk="1" latinLnBrk="0" hangingPunct="1">
        <a:spcBef>
          <a:spcPct val="20000"/>
        </a:spcBef>
        <a:buFont typeface="Arial" pitchFamily="34" charset="0"/>
        <a:buChar char="»"/>
        <a:defRPr kumimoji="1" sz="1600" kern="1200">
          <a:solidFill>
            <a:schemeClr val="tx1"/>
          </a:solidFill>
          <a:latin typeface="+mj-ea"/>
          <a:ea typeface="+mj-ea"/>
          <a:cs typeface="+mn-cs"/>
        </a:defRPr>
      </a:lvl5pPr>
      <a:lvl6pPr marL="2673911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0076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6242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32408" indent="-243083" algn="l" defTabSz="97233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6165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72331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58497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44662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0828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16994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03160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9325" algn="l" defTabSz="97233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9421B-89C4-4D97-B59B-C4474403CAB6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D8AE7-03AF-4B1D-8C48-671470010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03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  <p:sldLayoutId id="214748395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 Master">
  <a:themeElements>
    <a:clrScheme name="SONY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anchor="ctr"/>
      <a:lstStyle>
        <a:defPPr algn="ctr">
          <a:defRPr sz="3200" b="1" dirty="0" smtClean="0">
            <a:solidFill>
              <a:srgbClr val="646464"/>
            </a:solidFill>
            <a:cs typeface="SST Japanese Pro Regular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White Master">
  <a:themeElements>
    <a:clrScheme name="SONY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anchor="ctr"/>
      <a:lstStyle>
        <a:defPPr algn="ctr">
          <a:defRPr sz="3200" b="1" dirty="0" smtClean="0">
            <a:solidFill>
              <a:srgbClr val="646464"/>
            </a:solidFill>
            <a:cs typeface="SST Japanese Pro Regular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12719</TotalTime>
  <Words>196</Words>
  <Application>Microsoft Macintosh PowerPoint</Application>
  <PresentationFormat>画面に合わせる (16:9)</PresentationFormat>
  <Paragraphs>28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2</vt:i4>
      </vt:variant>
    </vt:vector>
  </HeadingPairs>
  <TitlesOfParts>
    <vt:vector size="15" baseType="lpstr">
      <vt:lpstr>Meiryo UI</vt:lpstr>
      <vt:lpstr>SST W01 Medium</vt:lpstr>
      <vt:lpstr>メイリオ</vt:lpstr>
      <vt:lpstr>メイリオ</vt:lpstr>
      <vt:lpstr>游ゴシック</vt:lpstr>
      <vt:lpstr>游ゴシック Light</vt:lpstr>
      <vt:lpstr>Arial</vt:lpstr>
      <vt:lpstr>Calibri</vt:lpstr>
      <vt:lpstr>Calibri Light</vt:lpstr>
      <vt:lpstr>デザインの設定</vt:lpstr>
      <vt:lpstr>White Master</vt:lpstr>
      <vt:lpstr>1_White Master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α7シリーズ使い方</dc:title>
  <dc:creator/>
  <cp:lastModifiedBy/>
  <cp:revision>509</cp:revision>
  <cp:lastPrinted>2017-06-10T01:25:21Z</cp:lastPrinted>
  <dcterms:created xsi:type="dcterms:W3CDTF">2017-02-21T03:55:29Z</dcterms:created>
  <dcterms:modified xsi:type="dcterms:W3CDTF">2025-10-01T02:19:05Z</dcterms:modified>
</cp:coreProperties>
</file>